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5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培磊 許" userId="518a7aca01210c04" providerId="LiveId" clId="{6CFC4B49-E222-43F6-A9B4-7AF52A37ED38}"/>
    <pc:docChg chg="custSel addSld modSld">
      <pc:chgData name="培磊 許" userId="518a7aca01210c04" providerId="LiveId" clId="{6CFC4B49-E222-43F6-A9B4-7AF52A37ED38}" dt="2026-03-05T15:48:22.717" v="5" actId="962"/>
      <pc:docMkLst>
        <pc:docMk/>
      </pc:docMkLst>
      <pc:sldChg chg="addSp delSp modSp new mod modClrScheme chgLayout">
        <pc:chgData name="培磊 許" userId="518a7aca01210c04" providerId="LiveId" clId="{6CFC4B49-E222-43F6-A9B4-7AF52A37ED38}" dt="2026-03-05T15:48:22.717" v="5" actId="962"/>
        <pc:sldMkLst>
          <pc:docMk/>
          <pc:sldMk cId="1379328100" sldId="256"/>
        </pc:sldMkLst>
        <pc:spChg chg="del">
          <ac:chgData name="培磊 許" userId="518a7aca01210c04" providerId="LiveId" clId="{6CFC4B49-E222-43F6-A9B4-7AF52A37ED38}" dt="2026-03-05T15:48:06.373" v="1" actId="700"/>
          <ac:spMkLst>
            <pc:docMk/>
            <pc:sldMk cId="1379328100" sldId="256"/>
            <ac:spMk id="2" creationId="{71B21E7B-459A-A076-6215-752B6547C93D}"/>
          </ac:spMkLst>
        </pc:spChg>
        <pc:spChg chg="del">
          <ac:chgData name="培磊 許" userId="518a7aca01210c04" providerId="LiveId" clId="{6CFC4B49-E222-43F6-A9B4-7AF52A37ED38}" dt="2026-03-05T15:48:06.373" v="1" actId="700"/>
          <ac:spMkLst>
            <pc:docMk/>
            <pc:sldMk cId="1379328100" sldId="256"/>
            <ac:spMk id="3" creationId="{18D2C4BE-4358-F0A6-690F-ED6515429587}"/>
          </ac:spMkLst>
        </pc:spChg>
        <pc:picChg chg="add mod">
          <ac:chgData name="培磊 許" userId="518a7aca01210c04" providerId="LiveId" clId="{6CFC4B49-E222-43F6-A9B4-7AF52A37ED38}" dt="2026-03-05T15:48:22.717" v="5" actId="962"/>
          <ac:picMkLst>
            <pc:docMk/>
            <pc:sldMk cId="1379328100" sldId="256"/>
            <ac:picMk id="5" creationId="{67495A96-E3BA-DE94-B8E5-17BF78668BB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F6656-E504-5A4D-D2E2-E2105A36D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E2BED2C-011E-D1C4-0767-19B0E84B0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ED5FFC-E8B0-8025-30D1-077C9144D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24F66C2-A7D9-AD69-1F7E-620B00C5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0B948B-AAF7-F16F-34E9-AF00CB5A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68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C1A0AB-F3C3-5359-C25D-385193A7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33627C-3D61-7E48-DC59-DE5125C1D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1D3177-4D01-DA3A-6B9E-53ACF2125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7AAE23-E685-6B17-738F-9356E347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830891-7203-F4AD-49F4-E5266048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505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9D8196-DC38-0F5E-1241-2B6D7ED5C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3466D4-B302-8C32-018C-180710255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712AA2-C62A-759A-E01D-A8D53CC8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389B95-44E4-D3C7-A128-2DA7A48CD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857C47F-C98C-FB82-1551-6BFA6CF15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9200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5AE8E4-E912-A2FD-086A-860E1D7F1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8754AA-2678-BEE8-3B37-2B7938E77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D01B80-EF2F-A52F-80FB-BB11B799E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58BF46A-2D08-4091-1F0D-38EB75CE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DEB89E-5CB8-61EA-BBB1-25E7EC91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C98686-7FC4-FEFD-BA38-3FDBCF40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24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79C847-7933-D6C4-5A40-F6EBC410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6DB2F9B-C65C-94AC-9E98-3591F491A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738CDF-5955-05CB-CE9C-9AA0AAA6F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A23D76E-7116-B4E9-B96E-4932C64CA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0A7B598-2D11-70E5-76D2-A481E67B1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BAF8F6E-9153-8C7D-62C8-2258FA435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AD106FE-5D0F-6B3E-09B7-ABDFFE39B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406F8F3-B22B-C774-8810-C751FB30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908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EF2907-B279-2ACF-477D-C47AD3D42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AA710CD-18E2-36C6-1CDF-D15E0520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47F538F-09E1-3477-E150-715F068B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1942EC8-1C76-66B1-AE2B-2E48FE381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04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0B1B14-CFA3-099A-FA92-ADD745209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43AE87E-D005-8AD6-2C76-1597E0AD4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1F902F-794F-9314-89AB-01AAF1BC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2427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E0C85-AA5B-7EF9-C889-2C588C22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7765712-CDAA-DDA1-4A62-798E75B02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F3E593-DB42-F04C-A8C3-72F7E0B8C5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A6380C-E8C0-179F-5287-C9985B71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21D5D1-19DC-4F53-18AA-30CED477C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8E3EC0-5818-D6DE-5C1B-E28D5C95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572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A1BEB-F4F7-E52B-B9E4-94FA3007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22F3623-703B-BCEF-5C6C-A38169958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554628-C0EF-35AD-E4BE-806453AA9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484B3A-3519-AC27-C32A-F3BE3EBC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D59AA6-ED9F-E738-438F-514FA0147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138A03F-B0CD-7BC4-2995-B98D61CE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491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68CE3A-7951-BFB4-A65B-548F88D5E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8C3A446-46CE-0866-7B11-75B97E516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27D513-80F0-7234-5FA5-56533EA7F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9FC158-3B7F-FCB0-19E4-E153FA6E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810535-0FFF-966F-CEEF-0318010AD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679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9132AF-413C-839D-A964-485840DB7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A31F6CD-924F-32F5-74E0-23F566439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A35694-7563-8576-3C6D-E5CDCBB72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2B676A-E876-CE85-68D3-78104E2C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33DDCF-DD88-1DE2-44F3-D4C4A019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27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9289AD4-ED8D-F648-09F6-783EF32E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A154368-4FAD-6233-E059-5F0726BF4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380B47-495B-B656-9896-591E6004D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37E95-E8EC-4194-A6E5-F30053EB2FBD}" type="datetimeFigureOut">
              <a:rPr lang="zh-TW" altLang="en-US" smtClean="0"/>
              <a:t>2026/3/5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FEEC1E-2E9B-D6DA-9489-399A0459EE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D54C0B-4D88-5FE3-683E-E12333A47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B2969-6E10-4D75-87DE-C8A7D3926B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8897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Yu Pei Chu Li&#10;&#10;AI 產生的內容可能不正確。">
            <a:extLst>
              <a:ext uri="{FF2B5EF4-FFF2-40B4-BE49-F238E27FC236}">
                <a16:creationId xmlns:a16="http://schemas.microsoft.com/office/drawing/2014/main" id="{67495A96-E3BA-DE94-B8E5-17BF78668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4" y="81887"/>
            <a:ext cx="11852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2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培磊 許</dc:creator>
  <cp:lastModifiedBy>培磊 許</cp:lastModifiedBy>
  <cp:revision>1</cp:revision>
  <dcterms:created xsi:type="dcterms:W3CDTF">2026-03-05T15:47:46Z</dcterms:created>
  <dcterms:modified xsi:type="dcterms:W3CDTF">2026-03-05T15:48:31Z</dcterms:modified>
</cp:coreProperties>
</file>